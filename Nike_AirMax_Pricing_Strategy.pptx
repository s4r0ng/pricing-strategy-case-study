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07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asking: when you see two pairs of shoes, what makes you pick one over the other? It's rarely just the shoe.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Hermann Simon's insight: a 1% improvement in price generates more profit than a 1% gain in volume. Nike knows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29400" y="548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6294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MAX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a Shoe Cost ₹12,000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Making It Costs ₹800?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593744"/>
            <a:ext cx="3373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  |  Applied to Nike Air Max | Sarang Mahajan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price is never just a number.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the first sentence your brand speaks, before the customer touches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product, reads the label, or watches a single 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~₹800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pair (approx.)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Air Max MRP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retail price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468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Premium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cost and it 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doesn't charge ₹12,000 for foam and rubber. It charges for identity, aspiration, and belonging.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PRICING 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Nike could price Air Max  and why it chooses the third.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43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Cost-Plus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2435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₹800 + margin = ₹1,100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2435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check only. Misses the point.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3969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1396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Adidas ₹10k → price around ₹11–13k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1396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context but not value.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35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 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0358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Athlete pays ₹12k for identity +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035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Nike's real approach. Correct.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9319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₹11,999 · 'Just Do It' anchoring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Amplifies value-based, used in combo.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AS A POSITIONING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shoe at a different price tells a completely different story.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Discount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Price-seekers: Fights Sparx, Campus. No identity.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261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Mid-range. Functional.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buyer: Competes with Puma, Reebok. Forgettable.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Premium. Aspirational.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Identity-conscious youth: Owns the premium street segment.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₹25,000+</a:t>
            </a:r>
            <a:endParaRPr lang="en-US" sz="2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(collab/limited edition)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artifact.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Collector / status buyer: Competes with Jordan, Off-White. Hype.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PRICING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uses all four levers not just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53312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Charm Pricing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₹11,999 instead of ₹12,000. 'Nine-eleven-ninety-nine' sounds far from twelve thousand.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353312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13248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Limited Edition at ₹25,000 first. Then ₹12,000 for the standard Air Max feels like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182112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SKUs: Air Max Lite ₹7k / Air Max 90 ₹12k / Air Max 97 ₹13k. The 97 makes 90 look like the smart pick.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82112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Pricing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Nike.com: shoe + 2 socks + bag for ₹14,500 (saves ₹800). Lifts average order without touching shoe price.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ELASTICITY- THE IDENTITY SHIELD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Price Elasticity?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does demand fall when price rises? An elastic brand loses customers fast when prices go up. An inelastic brand barely notices.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938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Nike is INELASTIC!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Max is a FUNKY cultural symbol: worn by athletes, rappers, and street icons.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to Adidas Ultra Boost doesn't feel like saving ₹2k - it feels like giving up identity.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rarely discounts flagships. Discounting would make the price 'elastic’, training buyers to wait for sales.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100" b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'Just Do It' </a:t>
            </a: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isn't a tagline. It's a mirror, the buyer sees themselves in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FF3E8"/>
          </a:solidFill>
          <a:ln w="12700">
            <a:solidFill>
              <a:srgbClr val="F0D0B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822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BRAND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rises ₹1,000 → buyers switch to Adidas.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"It's just a shoe. Not worth the extra."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brand = no loyalty = price competition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— INELASTIC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3101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rises ₹1,000 → buyers still buy.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is who I am. Not negotiable."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identity = inelastic demand = pricing power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NIKE'S 3-SKU ARCHITECTURE: THE DECOY EFFECT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line is a funnel. The layout decides the outcome.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Max SC Running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₹7,000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310128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333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0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Brings price-sensitive buyers into the Nike ecosystem. Margin is thin, the job is acquisition.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Max 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₹12,000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657600" y="2670048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CC5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700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workhorse. Best margin, most volume. The decoy (97) and entry (SC Running) both make this the 'smart' choice.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Max 97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₹13,500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92240" y="3310128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333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310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₹1,500 more for extra foam height. Makes the 90 look like obvious value. Most people switch from 97 to 90.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Height = perceived positioning. Jio's plan grid, boAt's tiered ladder, Nike's product line — all the same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PRICING LESSONS FROM NIKE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Drawn from the @mbaThinking Learning program &amp; applied to the world's most valuable sports brand.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is the brand's first sentence  —  ₹12,000 says: serious athlete, premium choice, not negotiating. ₹2,500 would say: budget, compromise, not aspirational.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Value-based, not cost-plus  —  Nike's cost is ~₹800. The price is ₹12,000. The gap is not greed, it is the value of identity, heritage, and performance narrative.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price low to feel 'safe'  —  Pricing low is the most expensive mistake. It signals doubt, kills margin, and attracts the wrong customer. Nike never raced to the bottom.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the price, never discount the flagship  —  Constant sales train customers to wait. Nike protects Air Max pricing religiously. A sale is an event, not a strategy.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25196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identity first and then the price becomes inelastic  —  Once a customer's identity is tied to the brand, price becomes a secondary consideration. That is the real product Nike sells.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NOBODY TEACHES YOU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36576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"Pricing low is not the safe choice.</a:t>
            </a:r>
            <a:endParaRPr lang="en-US" sz="2600" b="1" dirty="0"/>
          </a:p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one of the most expensive mistakes a brand can make."</a:t>
            </a:r>
            <a:endParaRPr lang="en-US" sz="2600" b="1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Nike prices Air Max at ₹12,000 - ₹20,000, it tells the buyer three things simultaneously: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ctr">
              <a:buAutoNum type="arabicPeriod"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serious product for serious people.</a:t>
            </a:r>
          </a:p>
          <a:p>
            <a:pPr algn="ctr"/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We believe in what we made.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You are the kind of person who makes considered choices.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994325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JUST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DO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IT.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0" y="39593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right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price. Own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prices on perceived value, not manufacturing cost.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signals identity before the customer touches the product.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3-SKU architecture steers buyers using the decoy effect.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9806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identity creates inelastic demand — the price becomes part of the product.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4564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discount the flagship. It trains customers to wait and dilutes the brand signal.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C4247-0A45-DF60-0BED-38310CA9F2EE}"/>
              </a:ext>
            </a:extLst>
          </p:cNvPr>
          <p:cNvSpPr txBox="1"/>
          <p:nvPr/>
        </p:nvSpPr>
        <p:spPr>
          <a:xfrm>
            <a:off x="0" y="4773168"/>
            <a:ext cx="6583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2">
                    <a:lumMod val="50000"/>
                  </a:schemeClr>
                </a:solidFill>
              </a:rPr>
              <a:t>Disclaimer:</a:t>
            </a:r>
            <a:r>
              <a:rPr lang="en-IN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800" i="1" dirty="0">
                <a:solidFill>
                  <a:schemeClr val="bg2">
                    <a:lumMod val="50000"/>
                  </a:schemeClr>
                </a:solidFill>
              </a:rPr>
              <a:t>This is a self-built case study created purely for learning purposes. All numbers and analysis are based on publicly available information </a:t>
            </a:r>
          </a:p>
          <a:p>
            <a:r>
              <a:rPr lang="en-IN" sz="800" i="1" dirty="0">
                <a:solidFill>
                  <a:schemeClr val="bg2">
                    <a:lumMod val="50000"/>
                  </a:schemeClr>
                </a:solidFill>
              </a:rPr>
              <a:t>and my own interpretation, not official Nike data. This is not affiliated with or endorsed by Nike in any way.</a:t>
            </a:r>
            <a:endParaRPr lang="en-IN" sz="800" i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1179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Nike Air Max — Pricing Strategy</dc:title>
  <dc:subject>PptxGenJS Presentation</dc:subject>
  <dc:creator>PptxGenJS</dc:creator>
  <cp:lastModifiedBy>Sarang Mahajan</cp:lastModifiedBy>
  <cp:revision>3</cp:revision>
  <dcterms:created xsi:type="dcterms:W3CDTF">2026-06-11T18:38:30Z</dcterms:created>
  <dcterms:modified xsi:type="dcterms:W3CDTF">2026-06-11T19:53:20Z</dcterms:modified>
</cp:coreProperties>
</file>